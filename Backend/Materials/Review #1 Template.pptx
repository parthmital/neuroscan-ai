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BCSE497J – Project I</a:t>
            </a:r>
            <a:b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47650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21-07-2026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881015"/>
              </p:ext>
            </p:extLst>
          </p:nvPr>
        </p:nvGraphicFramePr>
        <p:xfrm>
          <a:off x="350000" y="1280000"/>
          <a:ext cx="11500000" cy="4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Findings (what was actually learned)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21-07-2026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54996"/>
              </p:ext>
            </p:extLst>
          </p:nvPr>
        </p:nvGraphicFramePr>
        <p:xfrm>
          <a:off x="350000" y="1280000"/>
          <a:ext cx="11500000" cy="4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Findings (what was actually learned)</a:t>
                      </a:r>
                    </a:p>
                  </a:txBody>
                  <a:tcPr marL="35000" marR="35000" marT="15000" marB="15000">
                    <a:solidFill>
                      <a:srgbClr val="4A7A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3750"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L="30000" marR="30000" marT="10000" marB="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21-07-2026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1237084" y="3738432"/>
            <a:ext cx="946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                                            			TRL 1	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986" y="4287151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886" y="40230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250000"/>
            <a:ext cx="11400000" cy="53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B10E-9C58-D0BD-F9C4-2E1F56CF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401D7A8-7CF5-F923-0F60-B8A85ED2F8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322884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4272DD4-D880-A7CB-E2E7-F8861BCF3E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6000" y="946768"/>
            <a:ext cx="11400000" cy="53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56B12-BF20-4763-A296-EBF05DC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33EA0-B616-2EA3-B437-752027A5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AD3BC-A8FA-26A6-301F-F10FE22F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104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82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B.Tech BCSE497J – Project I Title</vt:lpstr>
      <vt:lpstr>Aim</vt:lpstr>
      <vt:lpstr>Abstract</vt:lpstr>
      <vt:lpstr>Literature Review</vt:lpstr>
      <vt:lpstr>Literature Review (contd.)</vt:lpstr>
      <vt:lpstr>Research Gap</vt:lpstr>
      <vt:lpstr>Objectives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Jomy Francis</cp:lastModifiedBy>
  <cp:revision>9</cp:revision>
  <dcterms:created xsi:type="dcterms:W3CDTF">2026-07-14T06:00:41Z</dcterms:created>
  <dcterms:modified xsi:type="dcterms:W3CDTF">2026-07-21T08:13:38Z</dcterms:modified>
</cp:coreProperties>
</file>